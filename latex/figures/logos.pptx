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7493"/>
    <p:restoredTop sz="86418"/>
  </p:normalViewPr>
  <p:slideViewPr>
    <p:cSldViewPr snapToGrid="0">
      <p:cViewPr>
        <p:scale>
          <a:sx n="125" d="100"/>
          <a:sy n="125" d="100"/>
        </p:scale>
        <p:origin x="-56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C80E-9083-2B8D-8243-FF5876F8A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EA050-60B0-4323-DE1D-80A8E5BFF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F1EE9-EB72-24F2-E194-E6A00DBE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40EFB-1ED9-17EB-2F40-7C4D7557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F3C9A-E350-5131-ABD8-05813C49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0054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1AB4-C7A4-DCB7-110C-CC48514F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63C5-C641-2C05-D44A-D9993093A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1756D-6F8C-1AD8-17C5-96E90E56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D32E1-37F3-F664-49F2-D6955352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42BD-3F0D-D872-80A6-75EA510A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7838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4598-B8B5-4115-04B2-A4F0FD99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EC46F-3A76-41B6-753F-F9378ADD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5A327-25FF-8D6C-9DF2-24420A2C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D662-252F-BCC6-38DB-71B541FA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5615C-F4E2-4FED-AD76-06ADC38E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7376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0915-804A-A73F-4C80-714826F4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8E94E-59CE-6344-801C-87EE582E8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E2BA3-3743-4558-C0DA-F86FEB697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738B9-D256-32D2-EC8F-E9B9EA36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58EE6-BD9A-E891-5EB7-6FA48677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2FD1B-EE8A-A3DA-BA82-61DB2FA7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5692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55FD-34F7-11C5-B0D4-C362F8E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FF483-D8FD-8269-C6E4-029DB4F0A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68F5A-753E-A545-B50E-26338CC01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BDF59-64B2-FBBB-5E58-610C0E941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93C57B-F3F2-E2B0-1C78-3F5200386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715B2-2DB3-7AEF-4863-36EFD8E1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4BD4E-04C5-33AC-5A61-BEF4CAE29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00E4C-5366-1704-AC61-EF72A381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2893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A252-603C-A5EA-334C-95B46E46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ABD28-373D-8759-FCF3-7AB922BB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FDF3C-5B10-D27D-B09C-B820B5F7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9909-2562-7589-7D5C-248786DB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7750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A0D17E-31A7-8024-CE29-2669B282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D54BF-7AE2-1542-A83B-1C0986E2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A2312-56C9-E4F6-A97C-F456D0A9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2307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0411-3FD4-01E7-C9BE-39A14FDE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A533-FDD1-A5B6-1CBF-6E515425B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CC1D5-60CD-ECBF-9027-2B0B07390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E2278-762A-2415-967D-6F8D228A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2BBD8-8EE1-37AE-C21D-2613048F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FBDBD-3EFC-DE8E-B176-FE6FC6FE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263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0710-750E-3150-3364-52676361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5E1BCD-A0E8-2577-42B7-0CAB8A6DE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C6FD3-0A6B-666D-DC2D-42BBB1706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4170A-6DDC-4F43-4D58-DFF9BB56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BE86E-E461-17EA-0241-77D75A58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BAA9B-7924-A27E-33A8-7290B30B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2895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AEF4-BD59-3165-4F29-1FB32FA5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4D6CD-558F-FFE8-0766-B364107D0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1DB84-EC5E-A97E-F506-4B876BDD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4C85E-9ECC-A226-ED6A-C77310DF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62ACB-7EB1-FD83-A12B-91A48CBB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7790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A108E-BBF1-60D1-14E6-35DABB8DD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38C16-9FD6-3971-AC87-B878601F3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5280D-19DF-211C-20FC-9DDD512D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BCCF4-0FFB-58ED-B98B-F27AF91A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E5E46-9601-C253-25BF-3C107DF8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4626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EC217-5B5E-C6F9-A677-9AC813C1D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D6374-B01F-573D-A5F6-0BC0C4633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8CEAC-9775-BFDE-2A52-379CABA25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F42AC-FAC8-7D4C-96CF-B7D72E4A53F6}" type="datetimeFigureOut">
              <a:rPr lang="en-FR" smtClean="0"/>
              <a:t>06/10/2025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A2ADD-AF3B-C0E1-CB23-A0DA5D91E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C164-CBAB-C487-280D-915058269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B27C9-96BB-6446-BD8E-0C85CC77DF2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7572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B084-71F5-5D6F-E22E-AE1766434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D0377-5CFB-831B-946D-BB46DA0CBB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5070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2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DBBCC355-FE8A-D11A-A093-1AAD9170B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00" y="1747446"/>
            <a:ext cx="1691175" cy="93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4" descr="A logo with a black red and yellow line&#10;&#10;AI-generated content may be incorrect.">
            <a:extLst>
              <a:ext uri="{FF2B5EF4-FFF2-40B4-BE49-F238E27FC236}">
                <a16:creationId xmlns:a16="http://schemas.microsoft.com/office/drawing/2014/main" id="{69856E15-7535-FD75-1518-B38E56AB5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787" y="1733378"/>
            <a:ext cx="5730875" cy="85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057992-3A81-9BC8-E186-792E569E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C8EEBB-CDBE-3DA0-5976-44F66FB5C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78655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Sheridan</dc:creator>
  <cp:lastModifiedBy>Alex Sheridan</cp:lastModifiedBy>
  <cp:revision>1</cp:revision>
  <dcterms:created xsi:type="dcterms:W3CDTF">2025-10-06T08:53:53Z</dcterms:created>
  <dcterms:modified xsi:type="dcterms:W3CDTF">2025-10-06T08:58:58Z</dcterms:modified>
</cp:coreProperties>
</file>